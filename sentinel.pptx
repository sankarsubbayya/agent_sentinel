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 (Title, ~10s)
Open with the one-liner: "Sentinel is a Gemini-powered governance plane for enterprise AI agents."
Don't read the tracks aloud; the badges set context for the judges silently.
Hold the slide for ~5 seconds, then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(~25s)
Three stakeholders, three open questions, all blocking production deployment.
Land the Gartner-style number: 70% pilot, 10% prod — the gap is governance.
Don't dwell on each card; pace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(~25s)
This is the "what is it" slide. Emphasize: drop-in, no agent code changes,
one Python process, one Postgres, one dashboard.
The "runs without a Gemini key" line is for the judges' anxiety — they don't
need to fumble with credentials at the demo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(~30s)
This is the technical headline. Static and drift are cheap; Flash gates every
call; Pro is the senior reasoner that consumes whole policy docs.
The "no chunking, no vector DB" line lands well — Pro reads the whole policy
in long context via Cached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(~25s)
Sponsor slide. Hit each Gemini-specific feature by name.
The closing line is the differentiator: this stack is not portable to a
different model family — Pro's 1M context + Cached Content is the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(~5s — then switch to live demo)
This slide is a roadmap of what's about to happen. Don't read each beat —
swipe past it and switch to the dashboard at http://127.0.0.1:3030.
If the live demo flakes, fall back to the recorded 2:30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(~30s)
"What's defensible" = the originality slide. Hash-chained receipts, drift
detection, cost meter, stub mode — each is one of the things that won't
exist in a generic "agent observability" tool.
The KPI strip lands the metrics from the PRD's success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8 (~25s)
Business value slide. Each row maps a stakeholder to a UI surface to the
specific receipt fields that satisfy their requirement. This is the
"one product, three buyers" punch.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9 (~20s)
Roadmap = adjacency moats. Native adapters expand TAM; HA is the enterprise
gate; KMS is FedRAMP; on-chain anchoring connects to my Arc/Circle work
(which won the Gemini sponsor prize at the prior agentic_economy hackathon
via mev-payment-app and gas-oracle). The portfolio carries.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10 (~15s, closing)
End with the same one-liner you opened with. Show the four commands; they
fit in a tweet. Repeat the URL. Thank the sponsors (Google AI Studio · Gemini).
Don't take a curtain call — the demo was the curtain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Sentinel</dc:title>
  <dc:subject>PptxGenJS Presentation</dc:subject>
  <dc:creator>Created by Marp</dc:creator>
  <cp:lastModifiedBy>Created by Marp</cp:lastModifiedBy>
  <cp:revision>1</cp:revision>
  <dcterms:created xsi:type="dcterms:W3CDTF">2026-05-18T00:42:58Z</dcterms:created>
  <dcterms:modified xsi:type="dcterms:W3CDTF">2026-05-18T00:42:58Z</dcterms:modified>
</cp:coreProperties>
</file>